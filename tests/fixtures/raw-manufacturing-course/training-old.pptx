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586d8d2d9a4093" /><Relationship Type="http://schemas.openxmlformats.org/officeDocument/2006/relationships/extended-properties" Target="/docProps/app.xml" Id="Rd150f4d5bb6749ec" /><Relationship Type="http://schemas.openxmlformats.org/officeDocument/2006/relationships/officeDocument" Target="/ppt/presentation.xml" Id="Ra271546d3ad941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404f5df63419a"/>
  </p:sldMasterIdLst>
  <p:notesMasterIdLst>
    <p:notesMasterId xmlns:r="http://schemas.openxmlformats.org/officeDocument/2006/relationships" r:id="R2e9296233c7c4f02"/>
  </p:notesMasterIdLst>
  <p:sldIdLst>
    <p:sldId xmlns:r="http://schemas.openxmlformats.org/officeDocument/2006/relationships" id="256" r:id="R26df7463b52e48a5"/>
    <p:sldId xmlns:r="http://schemas.openxmlformats.org/officeDocument/2006/relationships" id="257" r:id="R2da57589f0b845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b19d2dff944815" /><Relationship Type="http://schemas.openxmlformats.org/officeDocument/2006/relationships/slideMaster" Target="/ppt/slideMasters/slideMaster1.xml" Id="Rbc9404f5df63419a" /><Relationship Type="http://schemas.openxmlformats.org/officeDocument/2006/relationships/notesMaster" Target="/ppt/notesMasters/notesMaster1.xml" Id="R2e9296233c7c4f02" /><Relationship Type="http://schemas.openxmlformats.org/officeDocument/2006/relationships/presProps" Target="/ppt/presProps.xml" Id="Ra602e1e7078541b7" /><Relationship Type="http://schemas.openxmlformats.org/officeDocument/2006/relationships/tableStyles" Target="/ppt/tableStyles.xml" Id="Rcee2bf09780f4604" /><Relationship Type="http://schemas.openxmlformats.org/officeDocument/2006/relationships/slide" Target="/ppt/slides/slide1.xml" Id="R26df7463b52e48a5" /><Relationship Type="http://schemas.openxmlformats.org/officeDocument/2006/relationships/slide" Target="/ppt/slides/slide2.xml" Id="R2da57589f0b845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083bcea13741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190fc4b8454fba" /><Relationship Type="http://schemas.openxmlformats.org/officeDocument/2006/relationships/notesMaster" Target="/ppt/notesMasters/notesMaster1.xml" Id="R6e160362f52248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13dd92a1a40b5" /><Relationship Type="http://schemas.openxmlformats.org/officeDocument/2006/relationships/notesMaster" Target="/ppt/notesMasters/notesMaster1.xml" Id="R941b297c1d3c4d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7a442c54744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afb1fc4c2b4f6c" /><Relationship Type="http://schemas.openxmlformats.org/officeDocument/2006/relationships/slideLayout" Target="/ppt/slideLayouts/slideLayout1.xml" Id="Rd285ce83672d4a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85ce83672d4a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5b95163d74803" /><Relationship Type="http://schemas.openxmlformats.org/officeDocument/2006/relationships/image" Target="/ppt/media/image.jpeg" Id="Rfe498408769740f4" /><Relationship Type="http://schemas.openxmlformats.org/officeDocument/2006/relationships/notesSlide" Target="/ppt/notesSlides/notesSlide1.xml" Id="Raea728a449e34b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595a4baf947d1" /><Relationship Type="http://schemas.openxmlformats.org/officeDocument/2006/relationships/notesSlide" Target="/ppt/notesSlides/notesSlide2.xml" Id="R0bfd647c366a4c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ixture-label">
            <a:extLst xmlns:a="http://schemas.openxmlformats.org/drawingml/2006/main">
              <a:ext uri="{FF2B5EF4-FFF2-40B4-BE49-F238E27FC236}">
                <a16:creationId xmlns:a16="http://schemas.microsoft.com/office/drawing/2014/main" id="{A68AEF08-715F-46DA-B75A-97E714C8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7EAA"/>
                </a:solidFill>
              </a:defRPr>
            </a:pPr>
            <a:r>
              <a:rPr sz="1350" b="1">
                <a:solidFill>
                  <a:srgbClr val="277EAA"/>
                </a:solidFill>
              </a:rPr>
              <a:t>ARCHIVED · SYNTHETIC TEST MATERIAL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742B626-F537-407E-8CC0-63C0D4F2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Synthetic Training Machine</a:t>
            </a:r>
          </a:p>
        </p:txBody>
      </p:sp>
      <p:sp>
        <p:nvSpPr>
          <p:cNvPr id="3" name="cover-body">
            <a:extLst xmlns:a="http://schemas.openxmlformats.org/drawingml/2006/main">
              <a:ext uri="{FF2B5EF4-FFF2-40B4-BE49-F238E27FC236}">
                <a16:creationId xmlns:a16="http://schemas.microsoft.com/office/drawing/2014/main" id="{955A2742-5B2E-4EA2-B548-5123E66C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44B57"/>
                </a:solidFill>
              </a:defRPr>
            </a:pPr>
            <a:r>
              <a:rPr sz="2100">
                <a:solidFill>
                  <a:srgbClr val="344B57"/>
                </a:solidFill>
              </a:rPr>
              <a:t>Old training deck</a:t>
            </a:r>
          </a:p>
          <a:p xmlns:a="http://schemas.openxmlformats.org/drawingml/2006/main">
            <a:pPr>
              <a:defRPr sz="2100">
                <a:solidFill>
                  <a:srgbClr val="344B57"/>
                </a:solidFill>
              </a:defRPr>
            </a:pPr>
            <a:r>
              <a:rPr sz="2100">
                <a:solidFill>
                  <a:srgbClr val="344B57"/>
                </a:solidFill>
              </a:rPr>
              <a:t>Reference source · superseded fixture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98408769740f4"/>
          <a:srcRect xmlns:a="http://schemas.openxmlformats.org/drawingml/2006/main" l="19069" t="0" r="190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F6F393-5833-4E51-9DE3-C62D6852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</a:defRPr>
            </a:pPr>
            <a:r>
              <a:rPr sz="975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57559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label">
            <a:extLst xmlns:a="http://schemas.openxmlformats.org/drawingml/2006/main">
              <a:ext uri="{FF2B5EF4-FFF2-40B4-BE49-F238E27FC236}">
                <a16:creationId xmlns:a16="http://schemas.microsoft.com/office/drawing/2014/main" id="{C7B9E824-8588-40A0-A9AC-171E2FB6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7EAA"/>
                </a:solidFill>
              </a:defRPr>
            </a:pPr>
            <a:r>
              <a:rPr sz="1500" b="1">
                <a:solidFill>
                  <a:srgbClr val="277EAA"/>
                </a:solidFill>
              </a:rPr>
              <a:t>ARCHIVED REFERENCE</a:t>
            </a:r>
          </a:p>
        </p:txBody>
      </p:sp>
      <p:sp>
        <p:nvSpPr>
          <p:cNvPr id="2" name="authority-label">
            <a:extLst xmlns:a="http://schemas.openxmlformats.org/drawingml/2006/main">
              <a:ext uri="{FF2B5EF4-FFF2-40B4-BE49-F238E27FC236}">
                <a16:creationId xmlns:a16="http://schemas.microsoft.com/office/drawing/2014/main" id="{2055B808-C6CC-44C1-AF45-A983985D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970"/>
                </a:solidFill>
              </a:defRPr>
            </a:pPr>
            <a:r>
              <a:rPr sz="1500">
                <a:solidFill>
                  <a:srgbClr val="5A6970"/>
                </a:solidFill>
              </a:rPr>
              <a:t>Superseded · author must resolve</a:t>
            </a:r>
          </a:p>
        </p:txBody>
      </p:sp>
      <p:sp>
        <p:nvSpPr>
          <p:cNvPr id="3" name="conflicting-setting">
            <a:extLst xmlns:a="http://schemas.openxmlformats.org/drawingml/2006/main">
              <a:ext uri="{FF2B5EF4-FFF2-40B4-BE49-F238E27FC236}">
                <a16:creationId xmlns:a16="http://schemas.microsoft.com/office/drawing/2014/main" id="{2F71F775-0D9D-46DA-8341-1381E8D7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Synthetic training</a:t>
            </a:r>
          </a:p>
          <a:p xmlns:a="http://schemas.openxmlformats.org/drawingml/2006/main">
            <a:pPr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pressure setting = A</a:t>
            </a:r>
          </a:p>
        </p:txBody>
      </p:sp>
      <p:sp>
        <p:nvSpPr>
          <p:cNvPr id="4" name="fixture-warning">
            <a:extLst xmlns:a="http://schemas.openxmlformats.org/drawingml/2006/main">
              <a:ext uri="{FF2B5EF4-FFF2-40B4-BE49-F238E27FC236}">
                <a16:creationId xmlns:a16="http://schemas.microsoft.com/office/drawing/2014/main" id="{621CCA4F-2C12-4954-9915-3F1A9EC2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6970"/>
                </a:solidFill>
              </a:defRPr>
            </a:pPr>
            <a:r>
              <a:rPr sz="1350">
                <a:solidFill>
                  <a:srgbClr val="5A6970"/>
                </a:solidFill>
              </a:rPr>
              <a:t>A is a fictional comparison token, not a real equipment value.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E4BB99-5FFB-42DC-84AE-5B911B5B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</a:defRPr>
            </a:pPr>
            <a:r>
              <a:rPr sz="975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6374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2026-09-01T11:05:38.6120000Z</dcterms:created>
  <dcterms:modified xsi:type="dcterms:W3CDTF">2026-09-01T11:05:38.6120000Z</dcterms:modified>
</coreProperties>
</file>