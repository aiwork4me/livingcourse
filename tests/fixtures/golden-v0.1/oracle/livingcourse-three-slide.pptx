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933ff4c6d432b" /><Relationship Type="http://schemas.openxmlformats.org/officeDocument/2006/relationships/extended-properties" Target="/docProps/app.xml" Id="R247827fe901d4ca9" /><Relationship Type="http://schemas.openxmlformats.org/officeDocument/2006/relationships/officeDocument" Target="/ppt/presentation.xml" Id="Re4a1eb372805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ad9d4e42248fb"/>
  </p:sldMasterIdLst>
  <p:notesMasterIdLst>
    <p:notesMasterId xmlns:r="http://schemas.openxmlformats.org/officeDocument/2006/relationships" r:id="R03eb6a2f2d80412c"/>
  </p:notesMasterIdLst>
  <p:sldIdLst>
    <p:sldId xmlns:r="http://schemas.openxmlformats.org/officeDocument/2006/relationships" id="256" r:id="R3d9290b50c334274"/>
    <p:sldId xmlns:r="http://schemas.openxmlformats.org/officeDocument/2006/relationships" id="257" r:id="R9b42f892e31e4a04"/>
    <p:sldId xmlns:r="http://schemas.openxmlformats.org/officeDocument/2006/relationships" id="258" r:id="R67503e43fa1c4b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19a9436373493e" /><Relationship Type="http://schemas.openxmlformats.org/officeDocument/2006/relationships/slideMaster" Target="/ppt/slideMasters/slideMaster1.xml" Id="R04cad9d4e42248fb" /><Relationship Type="http://schemas.openxmlformats.org/officeDocument/2006/relationships/notesMaster" Target="/ppt/notesMasters/notesMaster1.xml" Id="R03eb6a2f2d80412c" /><Relationship Type="http://schemas.openxmlformats.org/officeDocument/2006/relationships/presProps" Target="/ppt/presProps.xml" Id="R92dbbd2704ec42b3" /><Relationship Type="http://schemas.openxmlformats.org/officeDocument/2006/relationships/tableStyles" Target="/ppt/tableStyles.xml" Id="R9efce7241f5d46ce" /><Relationship Type="http://schemas.openxmlformats.org/officeDocument/2006/relationships/slide" Target="/ppt/slides/slide1.xml" Id="R3d9290b50c334274" /><Relationship Type="http://schemas.openxmlformats.org/officeDocument/2006/relationships/slide" Target="/ppt/slides/slide2.xml" Id="R9b42f892e31e4a04" /><Relationship Type="http://schemas.openxmlformats.org/officeDocument/2006/relationships/slide" Target="/ppt/slides/slide3.xml" Id="R67503e43fa1c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416cf3b1464a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9b661b5cc468f" /><Relationship Type="http://schemas.openxmlformats.org/officeDocument/2006/relationships/notesMaster" Target="/ppt/notesMasters/notesMaster1.xml" Id="Rd1fd3503ac83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b2196af04942e1" /><Relationship Type="http://schemas.openxmlformats.org/officeDocument/2006/relationships/notesMaster" Target="/ppt/notesMasters/notesMaster1.xml" Id="Rec135d7ec229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575e3852b4750" /><Relationship Type="http://schemas.openxmlformats.org/officeDocument/2006/relationships/notesMaster" Target="/ppt/notesMasters/notesMaster1.xml" Id="Rf5cc42dcaf2a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第一次进入生产区域前，请先建立安全准备意识。安全不是进入车间后的附加动作，而是从进入前的第一步开始。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进入车间前，请依次确认工作服、安全鞋、护目镜与防护面罩，以及防静电装备。具体穿戴标准与适用范围应以本车间已经批准的 PPE 要求为准。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发现设备异常时，应立即停止操作，不要继续操作，也不要自行排除未知故障。后续动作应按照本岗位已经批准的 SOP 和现场规定执行。本页使用模拟设备示意，仅用于验证课程生成流程，正式课程必须替换为现场真实设备和经过确认的操作要求。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057e8ac6a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a81565eeb4ab4" /><Relationship Type="http://schemas.openxmlformats.org/officeDocument/2006/relationships/slideLayout" Target="/ppt/slideLayouts/slideLayout1.xml" Id="R2d07d13fff284e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7d13fff284e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7c1b210a74039" /><Relationship Type="http://schemas.openxmlformats.org/officeDocument/2006/relationships/image" Target="/ppt/media/image.png" Id="R8f2910a788ab4a1b" /><Relationship Type="http://schemas.openxmlformats.org/officeDocument/2006/relationships/notesSlide" Target="/ppt/notesSlides/notesSlide1.xml" Id="R9c74a34acaed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80dd8e34f4909" /><Relationship Type="http://schemas.openxmlformats.org/officeDocument/2006/relationships/image" Target="/ppt/media/image2.png" Id="R9b90faa08ead44f2" /><Relationship Type="http://schemas.openxmlformats.org/officeDocument/2006/relationships/image" Target="/ppt/media/image3.png" Id="R3ac3a886e35f4ce3" /><Relationship Type="http://schemas.openxmlformats.org/officeDocument/2006/relationships/image" Target="/ppt/media/image4.png" Id="R5dca3e35140c4e2e" /><Relationship Type="http://schemas.openxmlformats.org/officeDocument/2006/relationships/image" Target="/ppt/media/image5.png" Id="R348ce675025f44d3" /><Relationship Type="http://schemas.openxmlformats.org/officeDocument/2006/relationships/image" Target="/ppt/media/image6.png" Id="R047294f2892d44c3" /><Relationship Type="http://schemas.openxmlformats.org/officeDocument/2006/relationships/notesSlide" Target="/ppt/notesSlides/notesSlide2.xml" Id="R3ff40beb4f68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ee6f4f3834379" /><Relationship Type="http://schemas.openxmlformats.org/officeDocument/2006/relationships/notesSlide" Target="/ppt/notesSlides/notesSlide3.xml" Id="R0a1ab67a4a8249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910a788ab4a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-01-hero-accent-orange">
            <a:extLst xmlns:a="http://schemas.openxmlformats.org/drawingml/2006/main">
              <a:ext uri="{FF2B5EF4-FFF2-40B4-BE49-F238E27FC236}">
                <a16:creationId xmlns:a16="http://schemas.microsoft.com/office/drawing/2014/main" id="{4FB850FB-B9BF-459F-A4EF-C450828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1059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28C28"/>
            </a:solidFill>
            <a:prstDash val="solid"/>
          </a:ln>
        </p:spPr>
      </p:sp>
      <p:sp>
        <p:nvSpPr>
          <p:cNvPr id="3" name="slide-01-hero-accent-blue">
            <a:extLst xmlns:a="http://schemas.openxmlformats.org/drawingml/2006/main">
              <a:ext uri="{FF2B5EF4-FFF2-40B4-BE49-F238E27FC236}">
                <a16:creationId xmlns:a16="http://schemas.microsoft.com/office/drawing/2014/main" id="{3532EFF4-C755-47F8-9188-5DBAF8CF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" y="91059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FED"/>
            </a:solidFill>
            <a:prstDash val="solid"/>
          </a:ln>
        </p:spPr>
      </p:sp>
      <p:sp>
        <p:nvSpPr>
          <p:cNvPr id="4" name="slide-01-title">
            <a:extLst xmlns:a="http://schemas.openxmlformats.org/drawingml/2006/main">
              <a:ext uri="{FF2B5EF4-FFF2-40B4-BE49-F238E27FC236}">
                <a16:creationId xmlns:a16="http://schemas.microsoft.com/office/drawing/2014/main" id="{A5CCE5AB-1DA3-40F0-815C-E3D839D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进入生产车间前</a:t>
            </a:r>
          </a:p>
        </p:txBody>
      </p:sp>
      <p:sp>
        <p:nvSpPr>
          <p:cNvPr id="5" name="slide-01-subtitle">
            <a:extLst xmlns:a="http://schemas.openxmlformats.org/drawingml/2006/main">
              <a:ext uri="{FF2B5EF4-FFF2-40B4-BE49-F238E27FC236}">
                <a16:creationId xmlns:a16="http://schemas.microsoft.com/office/drawing/2014/main" id="{3169E08A-EC0B-4FFE-A61B-4AFDF804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462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ED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F6FED"/>
                </a:solidFill>
                <a:latin typeface="Noto Sans SC"/>
                <a:ea typeface="Noto Sans SC"/>
                <a:cs typeface="Noto Sans SC"/>
              </a:rPr>
              <a:t>安全，从第一步开始</a:t>
            </a:r>
          </a:p>
        </p:txBody>
      </p:sp>
      <p:sp>
        <p:nvSpPr>
          <p:cNvPr id="6" name="slide-01-hero-subtitle-rule">
            <a:extLst xmlns:a="http://schemas.openxmlformats.org/drawingml/2006/main">
              <a:ext uri="{FF2B5EF4-FFF2-40B4-BE49-F238E27FC236}">
                <a16:creationId xmlns:a16="http://schemas.microsoft.com/office/drawing/2014/main" id="{8C3E34F6-FFEB-4F39-82D1-4E6F5ED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12820"/>
            <a:ext cx="30236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2796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02-step-process-accent-orange">
            <a:extLst xmlns:a="http://schemas.openxmlformats.org/drawingml/2006/main">
              <a:ext uri="{FF2B5EF4-FFF2-40B4-BE49-F238E27FC236}">
                <a16:creationId xmlns:a16="http://schemas.microsoft.com/office/drawing/2014/main" id="{0BBF3814-2716-4AEC-9EB3-04DAFAF2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39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28"/>
            </a:solidFill>
            <a:prstDash val="solid"/>
          </a:ln>
        </p:spPr>
      </p:sp>
      <p:sp>
        <p:nvSpPr>
          <p:cNvPr id="2" name="slide-02-step-process-accent-blue">
            <a:extLst xmlns:a="http://schemas.openxmlformats.org/drawingml/2006/main">
              <a:ext uri="{FF2B5EF4-FFF2-40B4-BE49-F238E27FC236}">
                <a16:creationId xmlns:a16="http://schemas.microsoft.com/office/drawing/2014/main" id="{0BCFCA85-4829-47CF-926E-48FDD30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" y="45339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ED"/>
            </a:solidFill>
            <a:prstDash val="solid"/>
          </a:ln>
        </p:spPr>
      </p:sp>
      <p:sp>
        <p:nvSpPr>
          <p:cNvPr id="3" name="slide-02-title">
            <a:extLst xmlns:a="http://schemas.openxmlformats.org/drawingml/2006/main">
              <a:ext uri="{FF2B5EF4-FFF2-40B4-BE49-F238E27FC236}">
                <a16:creationId xmlns:a16="http://schemas.microsoft.com/office/drawing/2014/main" id="{F00DDFA3-6DDC-49B1-9343-68F2B31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87782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进入车间前，做好四项准备</a:t>
            </a:r>
          </a:p>
        </p:txBody>
      </p:sp>
      <p:sp>
        <p:nvSpPr>
          <p:cNvPr id="4" name="slide-02-step-process-connector-1">
            <a:extLst xmlns:a="http://schemas.openxmlformats.org/drawingml/2006/main">
              <a:ext uri="{FF2B5EF4-FFF2-40B4-BE49-F238E27FC236}">
                <a16:creationId xmlns:a16="http://schemas.microsoft.com/office/drawing/2014/main" id="{249D343F-8060-4FDE-8903-FF603297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51655"/>
            <a:ext cx="2023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DF"/>
            </a:solidFill>
            <a:prstDash val="solid"/>
          </a:ln>
        </p:spPr>
      </p:sp>
      <p:sp>
        <p:nvSpPr>
          <p:cNvPr id="5" name="slide-02-step-process-connector-2">
            <a:extLst xmlns:a="http://schemas.openxmlformats.org/drawingml/2006/main">
              <a:ext uri="{FF2B5EF4-FFF2-40B4-BE49-F238E27FC236}">
                <a16:creationId xmlns:a16="http://schemas.microsoft.com/office/drawing/2014/main" id="{D72074DF-42FA-43DD-8A25-B1CD487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085" y="4551655"/>
            <a:ext cx="2023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DF"/>
            </a:solidFill>
            <a:prstDash val="solid"/>
          </a:ln>
        </p:spPr>
      </p:sp>
      <p:sp>
        <p:nvSpPr>
          <p:cNvPr id="6" name="slide-02-step-process-connector-3">
            <a:extLst xmlns:a="http://schemas.openxmlformats.org/drawingml/2006/main">
              <a:ext uri="{FF2B5EF4-FFF2-40B4-BE49-F238E27FC236}">
                <a16:creationId xmlns:a16="http://schemas.microsoft.com/office/drawing/2014/main" id="{BE1FACAF-146A-4B86-B94C-E3E8B54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45" y="4551655"/>
            <a:ext cx="2023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DF"/>
            </a:solidFill>
            <a:prstDash val="solid"/>
          </a:ln>
        </p:spPr>
      </p:sp>
      <p:sp>
        <p:nvSpPr>
          <p:cNvPr id="7" name="slide-02-item-workwear-sequence-marker">
            <a:extLst xmlns:a="http://schemas.openxmlformats.org/drawingml/2006/main">
              <a:ext uri="{FF2B5EF4-FFF2-40B4-BE49-F238E27FC236}">
                <a16:creationId xmlns:a16="http://schemas.microsoft.com/office/drawing/2014/main" id="{B00A44BE-EA8E-4D54-9482-5F1FF155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6593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0faa08ead44f2"/>
          <a:stretch xmlns:a="http://schemas.openxmlformats.org/drawingml/2006/main"/>
        </p:blipFill>
        <p:spPr>
          <a:xfrm xmlns:a="http://schemas.openxmlformats.org/drawingml/2006/main">
            <a:off x="907085" y="2069027"/>
            <a:ext cx="1843430" cy="2025155"/>
          </a:xfrm>
          <a:prstGeom xmlns:a="http://schemas.openxmlformats.org/drawingml/2006/main" prst="rect">
            <a:avLst/>
          </a:prstGeom>
        </p:spPr>
      </p:pic>
      <p:sp>
        <p:nvSpPr>
          <p:cNvPr id="9" name="slide-02-item-workwear">
            <a:extLst xmlns:a="http://schemas.openxmlformats.org/drawingml/2006/main">
              <a:ext uri="{FF2B5EF4-FFF2-40B4-BE49-F238E27FC236}">
                <a16:creationId xmlns:a16="http://schemas.microsoft.com/office/drawing/2014/main" id="{0332DEC0-5C51-4C1D-A294-50BB8A2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4732630"/>
            <a:ext cx="2118360" cy="715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工作服</a:t>
            </a:r>
          </a:p>
        </p:txBody>
      </p:sp>
      <p:sp>
        <p:nvSpPr>
          <p:cNvPr id="10" name="slide-02-item-safety-shoes-sequence-marker">
            <a:extLst xmlns:a="http://schemas.openxmlformats.org/drawingml/2006/main">
              <a:ext uri="{FF2B5EF4-FFF2-40B4-BE49-F238E27FC236}">
                <a16:creationId xmlns:a16="http://schemas.microsoft.com/office/drawing/2014/main" id="{11DC6ABE-2057-4D53-9933-493D70BC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35" y="446593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3a886e35f4ce3"/>
          <a:stretch xmlns:a="http://schemas.openxmlformats.org/drawingml/2006/main"/>
        </p:blipFill>
        <p:spPr>
          <a:xfrm xmlns:a="http://schemas.openxmlformats.org/drawingml/2006/main">
            <a:off x="3101645" y="2390318"/>
            <a:ext cx="1843430" cy="1382573"/>
          </a:xfrm>
          <a:prstGeom xmlns:a="http://schemas.openxmlformats.org/drawingml/2006/main" prst="rect">
            <a:avLst/>
          </a:prstGeom>
        </p:spPr>
      </p:pic>
      <p:sp>
        <p:nvSpPr>
          <p:cNvPr id="12" name="slide-02-item-safety-shoes">
            <a:extLst xmlns:a="http://schemas.openxmlformats.org/drawingml/2006/main">
              <a:ext uri="{FF2B5EF4-FFF2-40B4-BE49-F238E27FC236}">
                <a16:creationId xmlns:a16="http://schemas.microsoft.com/office/drawing/2014/main" id="{22678CA0-FC20-4D90-88B3-F5F24049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4732630"/>
            <a:ext cx="2118360" cy="715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安全鞋</a:t>
            </a:r>
          </a:p>
        </p:txBody>
      </p:sp>
      <p:sp>
        <p:nvSpPr>
          <p:cNvPr id="13" name="slide-02-item-goggles-sequence-marker">
            <a:extLst xmlns:a="http://schemas.openxmlformats.org/drawingml/2006/main">
              <a:ext uri="{FF2B5EF4-FFF2-40B4-BE49-F238E27FC236}">
                <a16:creationId xmlns:a16="http://schemas.microsoft.com/office/drawing/2014/main" id="{D20F5712-8953-4D21-A211-6130C16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195" y="446593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a3e35140c4e2e"/>
          <a:stretch xmlns:a="http://schemas.openxmlformats.org/drawingml/2006/main"/>
        </p:blipFill>
        <p:spPr>
          <a:xfrm xmlns:a="http://schemas.openxmlformats.org/drawingml/2006/main">
            <a:off x="5296205" y="2562864"/>
            <a:ext cx="1843430" cy="1037481"/>
          </a:xfrm>
          <a:prstGeom xmlns:a="http://schemas.openxmlformats.org/drawingml/2006/main" prst="rect">
            <a:avLst/>
          </a:prstGeom>
        </p:spPr>
      </p:pic>
      <p:sp>
        <p:nvSpPr>
          <p:cNvPr id="15" name="slide-02-item-goggles">
            <a:extLst xmlns:a="http://schemas.openxmlformats.org/drawingml/2006/main">
              <a:ext uri="{FF2B5EF4-FFF2-40B4-BE49-F238E27FC236}">
                <a16:creationId xmlns:a16="http://schemas.microsoft.com/office/drawing/2014/main" id="{179ADF6C-F7F4-4118-BF46-977873BC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732630"/>
            <a:ext cx="2118360" cy="715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护目镜与防护面罩</a:t>
            </a:r>
          </a:p>
        </p:txBody>
      </p:sp>
      <p:sp>
        <p:nvSpPr>
          <p:cNvPr id="16" name="slide-02-item-esd-sequence-marker">
            <a:extLst xmlns:a="http://schemas.openxmlformats.org/drawingml/2006/main">
              <a:ext uri="{FF2B5EF4-FFF2-40B4-BE49-F238E27FC236}">
                <a16:creationId xmlns:a16="http://schemas.microsoft.com/office/drawing/2014/main" id="{EF06CAE4-D330-479E-B24B-50FBCE9C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755" y="446593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ce675025f44d3"/>
          <a:stretch xmlns:a="http://schemas.openxmlformats.org/drawingml/2006/main"/>
        </p:blipFill>
        <p:spPr>
          <a:xfrm xmlns:a="http://schemas.openxmlformats.org/drawingml/2006/main">
            <a:off x="7490765" y="2562864"/>
            <a:ext cx="1843430" cy="1037481"/>
          </a:xfrm>
          <a:prstGeom xmlns:a="http://schemas.openxmlformats.org/drawingml/2006/main" prst="rect">
            <a:avLst/>
          </a:prstGeom>
        </p:spPr>
      </p:pic>
      <p:sp>
        <p:nvSpPr>
          <p:cNvPr id="18" name="slide-02-item-esd">
            <a:extLst xmlns:a="http://schemas.openxmlformats.org/drawingml/2006/main">
              <a:ext uri="{FF2B5EF4-FFF2-40B4-BE49-F238E27FC236}">
                <a16:creationId xmlns:a16="http://schemas.microsoft.com/office/drawing/2014/main" id="{54BE4BF4-0B80-4FB4-B464-B05A834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32630"/>
            <a:ext cx="2118360" cy="715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防静电装备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294f2892d44c3"/>
          <a:stretch xmlns:a="http://schemas.openxmlformats.org/drawingml/2006/main"/>
        </p:blipFill>
        <p:spPr>
          <a:xfrm xmlns:a="http://schemas.openxmlformats.org/drawingml/2006/main">
            <a:off x="9753600" y="2766467"/>
            <a:ext cx="1828800" cy="2285185"/>
          </a:xfrm>
          <a:prstGeom xmlns:a="http://schemas.openxmlformats.org/drawingml/2006/main" prst="rect">
            <a:avLst/>
          </a:prstGeom>
        </p:spPr>
      </p:pic>
      <p:sp>
        <p:nvSpPr>
          <p:cNvPr id="20" name="slide-02-step-process-guide-baseline">
            <a:extLst xmlns:a="http://schemas.openxmlformats.org/drawingml/2006/main">
              <a:ext uri="{FF2B5EF4-FFF2-40B4-BE49-F238E27FC236}">
                <a16:creationId xmlns:a16="http://schemas.microsoft.com/office/drawing/2014/main" id="{C8BFC538-F12E-425F-A87A-6D035A8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784" y="5600700"/>
            <a:ext cx="1170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7907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raft-h-28-28">
            <a:extLst xmlns:a="http://schemas.openxmlformats.org/drawingml/2006/main">
              <a:ext uri="{FF2B5EF4-FFF2-40B4-BE49-F238E27FC236}">
                <a16:creationId xmlns:a16="http://schemas.microsoft.com/office/drawing/2014/main" id="{E36C3332-8186-4C60-9AF0-458D6ED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2" name="draft-v-28-28">
            <a:extLst xmlns:a="http://schemas.openxmlformats.org/drawingml/2006/main">
              <a:ext uri="{FF2B5EF4-FFF2-40B4-BE49-F238E27FC236}">
                <a16:creationId xmlns:a16="http://schemas.microsoft.com/office/drawing/2014/main" id="{899A9F4A-A987-4A53-B3BE-4ECE75E6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3" name="draft-h-1252-28">
            <a:extLst xmlns:a="http://schemas.openxmlformats.org/drawingml/2006/main">
              <a:ext uri="{FF2B5EF4-FFF2-40B4-BE49-F238E27FC236}">
                <a16:creationId xmlns:a16="http://schemas.microsoft.com/office/drawing/2014/main" id="{C7295794-05E2-4200-84DE-BB96D123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667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4" name="draft-v-1252-28">
            <a:extLst xmlns:a="http://schemas.openxmlformats.org/drawingml/2006/main">
              <a:ext uri="{FF2B5EF4-FFF2-40B4-BE49-F238E27FC236}">
                <a16:creationId xmlns:a16="http://schemas.microsoft.com/office/drawing/2014/main" id="{F35C8C1B-828F-4940-8D3D-9B05AED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66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5" name="draft-h-28-692">
            <a:extLst xmlns:a="http://schemas.openxmlformats.org/drawingml/2006/main">
              <a:ext uri="{FF2B5EF4-FFF2-40B4-BE49-F238E27FC236}">
                <a16:creationId xmlns:a16="http://schemas.microsoft.com/office/drawing/2014/main" id="{C11BD13D-17D4-41EC-8D7D-65F68387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6" name="draft-v-28-692">
            <a:extLst xmlns:a="http://schemas.openxmlformats.org/drawingml/2006/main">
              <a:ext uri="{FF2B5EF4-FFF2-40B4-BE49-F238E27FC236}">
                <a16:creationId xmlns:a16="http://schemas.microsoft.com/office/drawing/2014/main" id="{9EAB9AB0-C67F-4786-B476-07AD7E1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674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7" name="draft-h-1252-692">
            <a:extLst xmlns:a="http://schemas.openxmlformats.org/drawingml/2006/main">
              <a:ext uri="{FF2B5EF4-FFF2-40B4-BE49-F238E27FC236}">
                <a16:creationId xmlns:a16="http://schemas.microsoft.com/office/drawing/2014/main" id="{90A24373-3B37-4E24-8B88-17B8E18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91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8" name="draft-v-1252-692">
            <a:extLst xmlns:a="http://schemas.openxmlformats.org/drawingml/2006/main">
              <a:ext uri="{FF2B5EF4-FFF2-40B4-BE49-F238E27FC236}">
                <a16:creationId xmlns:a16="http://schemas.microsoft.com/office/drawing/2014/main" id="{64EF78C9-8C13-4F71-A73A-3D699831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2674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9" name="slide-03-safety-focus-authoring-label">
            <a:extLst xmlns:a="http://schemas.openxmlformats.org/drawingml/2006/main">
              <a:ext uri="{FF2B5EF4-FFF2-40B4-BE49-F238E27FC236}">
                <a16:creationId xmlns:a16="http://schemas.microsoft.com/office/drawing/2014/main" id="{099CE4BE-E5C9-4D29-B3F0-B0EC4A01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C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28C28"/>
                </a:solidFill>
                <a:latin typeface="Noto Sans SC"/>
                <a:ea typeface="Noto Sans SC"/>
                <a:cs typeface="Noto Sans SC"/>
              </a:rPr>
              <a:t>AUTHORING / REVIEW ONLY</a:t>
            </a:r>
          </a:p>
        </p:txBody>
      </p:sp>
      <p:sp>
        <p:nvSpPr>
          <p:cNvPr id="10" name="slide-03-title">
            <a:extLst xmlns:a="http://schemas.openxmlformats.org/drawingml/2006/main">
              <a:ext uri="{FF2B5EF4-FFF2-40B4-BE49-F238E27FC236}">
                <a16:creationId xmlns:a16="http://schemas.microsoft.com/office/drawing/2014/main" id="{27F60EB9-2547-4A26-B9A9-6884693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"/>
            <a:ext cx="104851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发现异常，立即停机</a:t>
            </a:r>
          </a:p>
        </p:txBody>
      </p:sp>
      <p:sp>
        <p:nvSpPr>
          <p:cNvPr id="11" name="slide-03-safety-focus-blocked-rule">
            <a:extLst xmlns:a="http://schemas.openxmlformats.org/drawingml/2006/main">
              <a:ext uri="{FF2B5EF4-FFF2-40B4-BE49-F238E27FC236}">
                <a16:creationId xmlns:a16="http://schemas.microsoft.com/office/drawing/2014/main" id="{DD7F794A-1317-460F-B119-D72C610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97330"/>
            <a:ext cx="10485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12" name="slide-03-safety-focus-blocked-panel">
            <a:extLst xmlns:a="http://schemas.openxmlformats.org/drawingml/2006/main">
              <a:ext uri="{FF2B5EF4-FFF2-40B4-BE49-F238E27FC236}">
                <a16:creationId xmlns:a16="http://schemas.microsoft.com/office/drawing/2014/main" id="{4B329FEB-D80B-477E-9BA5-3623CF8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C9D3DF"/>
            </a:solidFill>
            <a:prstDash val="dash"/>
          </a:ln>
        </p:spPr>
      </p:sp>
      <p:sp>
        <p:nvSpPr>
          <p:cNvPr id="13" name="slide-03-safety-focus-placeholder-tag">
            <a:extLst xmlns:a="http://schemas.openxmlformats.org/drawingml/2006/main">
              <a:ext uri="{FF2B5EF4-FFF2-40B4-BE49-F238E27FC236}">
                <a16:creationId xmlns:a16="http://schemas.microsoft.com/office/drawing/2014/main" id="{90F4A3B6-4AFA-4366-8E54-F32B05A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F6FED"/>
                </a:solidFill>
                <a:latin typeface="Noto Sans SC"/>
                <a:ea typeface="Noto Sans SC"/>
                <a:cs typeface="Noto Sans SC"/>
              </a:rPr>
              <a:t>BLOCKED REVIEW PLACEHOLDER</a:t>
            </a:r>
          </a:p>
        </p:txBody>
      </p:sp>
      <p:sp>
        <p:nvSpPr>
          <p:cNvPr id="14" name="slide-03-safety-focus-blocked-message">
            <a:extLst xmlns:a="http://schemas.openxmlformats.org/drawingml/2006/main">
              <a:ext uri="{FF2B5EF4-FFF2-40B4-BE49-F238E27FC236}">
                <a16:creationId xmlns:a16="http://schemas.microsoft.com/office/drawing/2014/main" id="{CE6F5844-9E68-4E20-934F-8ED64ED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该页因真实设备资料尚未提供，暂不生成。</a:t>
            </a:r>
          </a:p>
        </p:txBody>
      </p:sp>
      <p:sp>
        <p:nvSpPr>
          <p:cNvPr id="15" name="slide-03-safety-focus-missing-heading">
            <a:extLst xmlns:a="http://schemas.openxmlformats.org/drawingml/2006/main">
              <a:ext uri="{FF2B5EF4-FFF2-40B4-BE49-F238E27FC236}">
                <a16:creationId xmlns:a16="http://schemas.microsoft.com/office/drawing/2014/main" id="{9908357E-0856-4CC0-B311-901C0033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28C28"/>
                </a:solidFill>
                <a:latin typeface="Noto Sans SC"/>
                <a:ea typeface="Noto Sans SC"/>
                <a:cs typeface="Noto Sans SC"/>
              </a:rPr>
              <a:t>缺失资料</a:t>
            </a:r>
          </a:p>
        </p:txBody>
      </p:sp>
      <p:sp>
        <p:nvSpPr>
          <p:cNvPr id="16" name="slide-03-safety-focus-missing-dot-1">
            <a:extLst xmlns:a="http://schemas.openxmlformats.org/drawingml/2006/main">
              <a:ext uri="{FF2B5EF4-FFF2-40B4-BE49-F238E27FC236}">
                <a16:creationId xmlns:a16="http://schemas.microsoft.com/office/drawing/2014/main" id="{48450F38-0541-43FB-A8CA-2D2F8F0B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17" name="slide-03-safety-focus-missing-source-1">
            <a:extLst xmlns:a="http://schemas.openxmlformats.org/drawingml/2006/main">
              <a:ext uri="{FF2B5EF4-FFF2-40B4-BE49-F238E27FC236}">
                <a16:creationId xmlns:a16="http://schemas.microsoft.com/office/drawing/2014/main" id="{61E5F7B9-3E89-45DE-BED9-39C293E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提供真实设备和经确认的可聚焦区域</a:t>
            </a:r>
          </a:p>
        </p:txBody>
      </p:sp>
      <p:sp>
        <p:nvSpPr>
          <p:cNvPr id="18" name="slide-03-safety-focus-missing-dot-2">
            <a:extLst xmlns:a="http://schemas.openxmlformats.org/drawingml/2006/main">
              <a:ext uri="{FF2B5EF4-FFF2-40B4-BE49-F238E27FC236}">
                <a16:creationId xmlns:a16="http://schemas.microsoft.com/office/drawing/2014/main" id="{CB0B41BE-2643-49C9-A164-6E7CDBF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</p:spPr>
      </p:sp>
      <p:sp>
        <p:nvSpPr>
          <p:cNvPr id="19" name="slide-03-safety-focus-missing-source-2">
            <a:extLst xmlns:a="http://schemas.openxmlformats.org/drawingml/2006/main">
              <a:ext uri="{FF2B5EF4-FFF2-40B4-BE49-F238E27FC236}">
                <a16:creationId xmlns:a16="http://schemas.microsoft.com/office/drawing/2014/main" id="{2244EB50-B2CB-4770-B223-27C85D4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291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确认异常停机、现场保护和报告流程</a:t>
            </a:r>
          </a:p>
        </p:txBody>
      </p:sp>
      <p:sp>
        <p:nvSpPr>
          <p:cNvPr id="20" name="slide-03-safety-focus-missing-dot-3">
            <a:extLst xmlns:a="http://schemas.openxmlformats.org/drawingml/2006/main">
              <a:ext uri="{FF2B5EF4-FFF2-40B4-BE49-F238E27FC236}">
                <a16:creationId xmlns:a16="http://schemas.microsoft.com/office/drawing/2014/main" id="{2BBFABD1-7D36-4B18-9C46-EE20B6D9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</p:spPr>
      </p:sp>
      <p:sp>
        <p:nvSpPr>
          <p:cNvPr id="21" name="slide-03-safety-focus-missing-source-3">
            <a:extLst xmlns:a="http://schemas.openxmlformats.org/drawingml/2006/main">
              <a:ext uri="{FF2B5EF4-FFF2-40B4-BE49-F238E27FC236}">
                <a16:creationId xmlns:a16="http://schemas.microsoft.com/office/drawing/2014/main" id="{E91D5404-8689-49B0-A8B1-42E8D27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A37"/>
                </a:solidFill>
                <a:latin typeface="Noto Sans SC"/>
                <a:ea typeface="Noto Sans SC"/>
                <a:cs typeface="Noto Sans SC"/>
              </a:rPr>
              <a:t>确认设备特定控制、急停位置和允许操作边界</a:t>
            </a:r>
          </a:p>
        </p:txBody>
      </p:sp>
    </p:spTree>
    <p:extLst>
      <p:ext uri="{BB962C8B-B14F-4D97-AF65-F5344CB8AC3E}">
        <p14:creationId xmlns:p14="http://schemas.microsoft.com/office/powerpoint/2010/main" val="200427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2026-09-01T02:39:55.7050000Z</dcterms:created>
  <dcterms:modified xsi:type="dcterms:W3CDTF">2026-09-01T02:39:55.7050000Z</dcterms:modified>
</coreProperties>
</file>